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3" r:id="rId1"/>
  </p:sldMasterIdLst>
  <p:sldIdLst>
    <p:sldId id="256" r:id="rId2"/>
    <p:sldId id="257" r:id="rId3"/>
    <p:sldId id="258" r:id="rId4"/>
    <p:sldId id="259" r:id="rId5"/>
    <p:sldId id="262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53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454C0-8DAF-4E53-8E81-719207F820C3}" type="datetimeFigureOut">
              <a:rPr lang="fr-FR" smtClean="0"/>
              <a:t>30/04/2022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55226E7E-849B-49F1-A37A-F415E51875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94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454C0-8DAF-4E53-8E81-719207F820C3}" type="datetimeFigureOut">
              <a:rPr lang="fr-FR" smtClean="0"/>
              <a:t>30/04/2022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26E7E-849B-49F1-A37A-F415E51875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85340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454C0-8DAF-4E53-8E81-719207F820C3}" type="datetimeFigureOut">
              <a:rPr lang="fr-FR" smtClean="0"/>
              <a:t>30/04/2022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55226E7E-849B-49F1-A37A-F415E51875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3382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454C0-8DAF-4E53-8E81-719207F820C3}" type="datetimeFigureOut">
              <a:rPr lang="fr-FR" smtClean="0"/>
              <a:t>30/04/2022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26E7E-849B-49F1-A37A-F415E51875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5407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454C0-8DAF-4E53-8E81-719207F820C3}" type="datetimeFigureOut">
              <a:rPr lang="fr-FR" smtClean="0"/>
              <a:t>30/04/2022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26E7E-849B-49F1-A37A-F415E51875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53854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454C0-8DAF-4E53-8E81-719207F820C3}" type="datetimeFigureOut">
              <a:rPr lang="fr-FR" smtClean="0"/>
              <a:t>30/04/2022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26E7E-849B-49F1-A37A-F415E51875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08215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454C0-8DAF-4E53-8E81-719207F820C3}" type="datetimeFigureOut">
              <a:rPr lang="fr-FR" smtClean="0"/>
              <a:t>30/04/2022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26E7E-849B-49F1-A37A-F415E51875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8608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454C0-8DAF-4E53-8E81-719207F820C3}" type="datetimeFigureOut">
              <a:rPr lang="fr-FR" smtClean="0"/>
              <a:t>30/04/2022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26E7E-849B-49F1-A37A-F415E51875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9573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454C0-8DAF-4E53-8E81-719207F820C3}" type="datetimeFigureOut">
              <a:rPr lang="fr-FR" smtClean="0"/>
              <a:t>30/04/2022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26E7E-849B-49F1-A37A-F415E51875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471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454C0-8DAF-4E53-8E81-719207F820C3}" type="datetimeFigureOut">
              <a:rPr lang="fr-FR" smtClean="0"/>
              <a:t>30/04/2022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55226E7E-849B-49F1-A37A-F415E51875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6436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454C0-8DAF-4E53-8E81-719207F820C3}" type="datetimeFigureOut">
              <a:rPr lang="fr-FR" smtClean="0"/>
              <a:t>30/04/2022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55226E7E-849B-49F1-A37A-F415E51875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015926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454C0-8DAF-4E53-8E81-719207F820C3}" type="datetimeFigureOut">
              <a:rPr lang="fr-FR" smtClean="0"/>
              <a:t>30/04/2022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55226E7E-849B-49F1-A37A-F415E5187509}" type="slidenum">
              <a:rPr lang="fr-FR" smtClean="0"/>
              <a:t>‹N°›</a:t>
            </a:fld>
            <a:endParaRPr lang="fr-FR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645940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454C0-8DAF-4E53-8E81-719207F820C3}" type="datetimeFigureOut">
              <a:rPr lang="fr-FR" smtClean="0"/>
              <a:t>30/04/2022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55226E7E-849B-49F1-A37A-F415E51875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15985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454C0-8DAF-4E53-8E81-719207F820C3}" type="datetimeFigureOut">
              <a:rPr lang="fr-FR" smtClean="0"/>
              <a:t>30/04/2022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26E7E-849B-49F1-A37A-F415E51875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348052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454C0-8DAF-4E53-8E81-719207F820C3}" type="datetimeFigureOut">
              <a:rPr lang="fr-FR" smtClean="0"/>
              <a:t>30/04/2022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26E7E-849B-49F1-A37A-F415E51875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78986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454C0-8DAF-4E53-8E81-719207F820C3}" type="datetimeFigureOut">
              <a:rPr lang="fr-FR" smtClean="0"/>
              <a:t>30/04/2022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26E7E-849B-49F1-A37A-F415E51875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02501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FB5454C0-8DAF-4E53-8E81-719207F820C3}" type="datetimeFigureOut">
              <a:rPr lang="fr-FR" smtClean="0"/>
              <a:t>30/04/2022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55226E7E-849B-49F1-A37A-F415E51875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0423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253A3"/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rgbClr val="0253A3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5454C0-8DAF-4E53-8E81-719207F820C3}" type="datetimeFigureOut">
              <a:rPr lang="fr-FR" smtClean="0"/>
              <a:t>30/04/2022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226E7E-849B-49F1-A37A-F415E51875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295886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24" r:id="rId1"/>
    <p:sldLayoutId id="2147483825" r:id="rId2"/>
    <p:sldLayoutId id="2147483826" r:id="rId3"/>
    <p:sldLayoutId id="2147483827" r:id="rId4"/>
    <p:sldLayoutId id="2147483828" r:id="rId5"/>
    <p:sldLayoutId id="2147483829" r:id="rId6"/>
    <p:sldLayoutId id="2147483830" r:id="rId7"/>
    <p:sldLayoutId id="2147483831" r:id="rId8"/>
    <p:sldLayoutId id="2147483832" r:id="rId9"/>
    <p:sldLayoutId id="2147483833" r:id="rId10"/>
    <p:sldLayoutId id="2147483834" r:id="rId11"/>
    <p:sldLayoutId id="2147483835" r:id="rId12"/>
    <p:sldLayoutId id="2147483836" r:id="rId13"/>
    <p:sldLayoutId id="2147483837" r:id="rId14"/>
    <p:sldLayoutId id="2147483838" r:id="rId15"/>
    <p:sldLayoutId id="2147483839" r:id="rId16"/>
    <p:sldLayoutId id="2147483840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xd.adobe.com/view/cccef262-1493-4e27-bc64-eb197d5a689d-999d/?fullscreen&amp;hints=off" TargetMode="External"/><Relationship Id="rId4" Type="http://schemas.openxmlformats.org/officeDocument/2006/relationships/hyperlink" Target="https://xd.adobe.com/view/3c6a6459-0e53-4e94-93c2-da17a4850a86-6939/?fullscreen&amp;hints=of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253A3"/>
            </a:gs>
            <a:gs pos="59000">
              <a:srgbClr val="0253A3">
                <a:alpha val="80000"/>
              </a:srgbClr>
            </a:gs>
            <a:gs pos="100000">
              <a:srgbClr val="0253A3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86F66BF-F524-45A2-B986-DFF32B3C81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513" y="1621440"/>
            <a:ext cx="6738730" cy="2380828"/>
          </a:xfrm>
        </p:spPr>
        <p:txBody>
          <a:bodyPr anchorCtr="0">
            <a:normAutofit/>
          </a:bodyPr>
          <a:lstStyle/>
          <a:p>
            <a:r>
              <a:rPr lang="fr-FR" sz="4100" dirty="0"/>
              <a:t>Présentation du prototype : Tous Vaccinés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7B0CB713-EBBE-427C-8B24-DD78C4E38B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1346" y="1620759"/>
            <a:ext cx="3818038" cy="3445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0645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B0FA309-807F-4C17-98EF-A3BA7388E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642A87B-CAE9-4F8F-B293-28388E45D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8FA1749-B91A-40E7-AD01-0B9C9C6AF7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4527" y="0"/>
            <a:ext cx="7552944" cy="6858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B7A934F-FFF7-4353-83D3-4EF66E93EE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006045"/>
            <a:ext cx="4965192" cy="144668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700676C8-6DE8-47DD-9A23-D42063A12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838764"/>
            <a:ext cx="4964567" cy="3180473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53BEB12-8FD6-4051-92F6-23E0312DA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2063262"/>
            <a:ext cx="3739279" cy="266105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4400" b="1">
                <a:solidFill>
                  <a:srgbClr val="FFFFFF"/>
                </a:solidFill>
              </a:rPr>
              <a:t>Sommaire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FFA87CD6-66A8-4373-9F0C-E7AC4B8F9ED7}"/>
              </a:ext>
            </a:extLst>
          </p:cNvPr>
          <p:cNvSpPr txBox="1"/>
          <p:nvPr/>
        </p:nvSpPr>
        <p:spPr>
          <a:xfrm>
            <a:off x="5287995" y="661106"/>
            <a:ext cx="6257362" cy="550310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685800" indent="-457200" defTabSz="914400">
              <a:lnSpc>
                <a:spcPct val="25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fr-FR" sz="2000" dirty="0">
                <a:solidFill>
                  <a:schemeClr val="bg1"/>
                </a:solidFill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Parties prenantes</a:t>
            </a:r>
            <a:endParaRPr lang="fr-FR" sz="2000" dirty="0">
              <a:solidFill>
                <a:schemeClr val="bg1"/>
              </a:solidFill>
            </a:endParaRPr>
          </a:p>
          <a:p>
            <a:pPr marL="685800" indent="-457200" defTabSz="914400">
              <a:lnSpc>
                <a:spcPct val="25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fr-FR" sz="2000" dirty="0">
                <a:solidFill>
                  <a:schemeClr val="bg1"/>
                </a:solidFill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Fonctionnalités</a:t>
            </a:r>
            <a:endParaRPr lang="fr-FR" sz="2000" dirty="0">
              <a:solidFill>
                <a:schemeClr val="bg1"/>
              </a:solidFill>
            </a:endParaRPr>
          </a:p>
          <a:p>
            <a:pPr marL="685800" indent="-457200" defTabSz="914400">
              <a:lnSpc>
                <a:spcPct val="25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fr-FR" sz="2000" dirty="0">
                <a:solidFill>
                  <a:schemeClr val="bg1"/>
                </a:solidFill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Projection vers la livraison finale</a:t>
            </a:r>
            <a:endParaRPr lang="fr-FR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21617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B0FA309-807F-4C17-98EF-A3BA7388E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642A87B-CAE9-4F8F-B293-28388E45D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8FA1749-B91A-40E7-AD01-0B9C9C6AF7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4527" y="0"/>
            <a:ext cx="7552944" cy="6858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B7A934F-FFF7-4353-83D3-4EF66E93EE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006045"/>
            <a:ext cx="4965192" cy="144668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700676C8-6DE8-47DD-9A23-D42063A12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838764"/>
            <a:ext cx="4964567" cy="3180473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E2D6DDD-4F1E-4E4E-84DA-AF1E84761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2063262"/>
            <a:ext cx="3739279" cy="2661052"/>
          </a:xfrm>
        </p:spPr>
        <p:txBody>
          <a:bodyPr>
            <a:normAutofit/>
          </a:bodyPr>
          <a:lstStyle/>
          <a:p>
            <a:pPr algn="r"/>
            <a:r>
              <a:rPr lang="fr-FR" sz="4400" b="1">
                <a:solidFill>
                  <a:srgbClr val="FFFFFF"/>
                </a:solidFill>
              </a:rPr>
              <a:t>Parties prenantes</a:t>
            </a:r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FF596E78-638A-4CC1-872E-A2E1F34F05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7995" y="661106"/>
            <a:ext cx="6257362" cy="5503101"/>
          </a:xfrm>
        </p:spPr>
        <p:txBody>
          <a:bodyPr anchor="ctr">
            <a:normAutofit/>
          </a:bodyPr>
          <a:lstStyle/>
          <a:p>
            <a:pPr>
              <a:buClr>
                <a:srgbClr val="0253A3"/>
              </a:buClr>
            </a:pPr>
            <a:r>
              <a:rPr lang="fr-FR" sz="2000" dirty="0">
                <a:solidFill>
                  <a:schemeClr val="bg1"/>
                </a:solidFill>
                <a:latin typeface="+mn-lt"/>
              </a:rPr>
              <a:t>Julien Avot, Attaché de communication du Ministère de la Santé</a:t>
            </a:r>
          </a:p>
          <a:p>
            <a:pPr>
              <a:buClr>
                <a:srgbClr val="0253A3"/>
              </a:buClr>
            </a:pPr>
            <a:r>
              <a:rPr lang="fr-FR" sz="2000" dirty="0">
                <a:solidFill>
                  <a:schemeClr val="bg1"/>
                </a:solidFill>
                <a:latin typeface="+mn-lt"/>
              </a:rPr>
              <a:t>Monsieur Talon, mon maitre de stage</a:t>
            </a:r>
          </a:p>
          <a:p>
            <a:pPr>
              <a:buClr>
                <a:srgbClr val="0253A3"/>
              </a:buClr>
            </a:pPr>
            <a:r>
              <a:rPr lang="fr-FR" sz="2000" dirty="0">
                <a:solidFill>
                  <a:schemeClr val="bg1"/>
                </a:solidFill>
                <a:latin typeface="+mn-lt"/>
              </a:rPr>
              <a:t>Ministère de la Santé</a:t>
            </a:r>
          </a:p>
          <a:p>
            <a:pPr>
              <a:buClr>
                <a:srgbClr val="0253A3"/>
              </a:buClr>
            </a:pPr>
            <a:r>
              <a:rPr lang="fr-FR" sz="2000" dirty="0">
                <a:solidFill>
                  <a:schemeClr val="bg1"/>
                </a:solidFill>
                <a:latin typeface="+mn-lt"/>
              </a:rPr>
              <a:t>Moi-même</a:t>
            </a:r>
          </a:p>
          <a:p>
            <a:pPr>
              <a:buClr>
                <a:srgbClr val="0253A3"/>
              </a:buClr>
            </a:pPr>
            <a:r>
              <a:rPr lang="fr-FR" sz="2000" dirty="0">
                <a:solidFill>
                  <a:schemeClr val="bg1"/>
                </a:solidFill>
                <a:latin typeface="+mn-lt"/>
              </a:rPr>
              <a:t>Le CMS du site</a:t>
            </a:r>
          </a:p>
        </p:txBody>
      </p:sp>
      <p:sp>
        <p:nvSpPr>
          <p:cNvPr id="4" name="Bouton d’action : accueil 3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2A349E4A-3E63-404B-B9F9-40BD5F6ABDE1}"/>
              </a:ext>
            </a:extLst>
          </p:cNvPr>
          <p:cNvSpPr/>
          <p:nvPr/>
        </p:nvSpPr>
        <p:spPr>
          <a:xfrm>
            <a:off x="11719249" y="6372808"/>
            <a:ext cx="354563" cy="354563"/>
          </a:xfrm>
          <a:prstGeom prst="actionButtonHome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362321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4B0FA309-807F-4C17-98EF-A3BA7388E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642A87B-CAE9-4F8F-B293-28388E45D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C8FA1749-B91A-40E7-AD01-0B9C9C6AF7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4527" y="0"/>
            <a:ext cx="7552944" cy="6858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B7A934F-FFF7-4353-83D3-4EF66E93EE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006045"/>
            <a:ext cx="4965192" cy="144668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700676C8-6DE8-47DD-9A23-D42063A12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838764"/>
            <a:ext cx="4964567" cy="3180473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E2D6DDD-4F1E-4E4E-84DA-AF1E84761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2063262"/>
            <a:ext cx="3739279" cy="2661052"/>
          </a:xfrm>
        </p:spPr>
        <p:txBody>
          <a:bodyPr>
            <a:normAutofit/>
          </a:bodyPr>
          <a:lstStyle/>
          <a:p>
            <a:pPr algn="r"/>
            <a:r>
              <a:rPr lang="fr-FR" sz="3700" b="1">
                <a:solidFill>
                  <a:srgbClr val="FFFFFF"/>
                </a:solidFill>
              </a:rPr>
              <a:t>Fonctionnalités</a:t>
            </a:r>
          </a:p>
        </p:txBody>
      </p:sp>
      <p:sp>
        <p:nvSpPr>
          <p:cNvPr id="45" name="Espace réservé du contenu 2">
            <a:extLst>
              <a:ext uri="{FF2B5EF4-FFF2-40B4-BE49-F238E27FC236}">
                <a16:creationId xmlns:a16="http://schemas.microsoft.com/office/drawing/2014/main" id="{C6B57BDA-074F-4B72-8D8E-38A2EB8032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4329" y="677449"/>
            <a:ext cx="6257362" cy="5503101"/>
          </a:xfrm>
        </p:spPr>
        <p:txBody>
          <a:bodyPr anchor="ctr">
            <a:normAutofit/>
          </a:bodyPr>
          <a:lstStyle/>
          <a:p>
            <a:pPr>
              <a:buClr>
                <a:srgbClr val="0253A3"/>
              </a:buClr>
            </a:pPr>
            <a:r>
              <a:rPr lang="fr-FR" sz="2000" dirty="0">
                <a:solidFill>
                  <a:schemeClr val="bg1"/>
                </a:solidFill>
                <a:latin typeface="+mn-lt"/>
              </a:rPr>
              <a:t>Informer la population sur les avancées régulières de la campagne</a:t>
            </a:r>
          </a:p>
          <a:p>
            <a:pPr>
              <a:buClr>
                <a:srgbClr val="0253A3"/>
              </a:buClr>
            </a:pPr>
            <a:r>
              <a:rPr lang="fr-FR" sz="2000" dirty="0">
                <a:solidFill>
                  <a:schemeClr val="bg1"/>
                </a:solidFill>
                <a:latin typeface="+mn-lt"/>
              </a:rPr>
              <a:t>Apporter de l’information vis-à-vis des vaccins actuellement validés par l’HAS</a:t>
            </a:r>
          </a:p>
          <a:p>
            <a:pPr>
              <a:buClr>
                <a:srgbClr val="0253A3"/>
              </a:buClr>
            </a:pPr>
            <a:r>
              <a:rPr lang="fr-FR" sz="2000" dirty="0">
                <a:solidFill>
                  <a:schemeClr val="bg1"/>
                </a:solidFill>
                <a:latin typeface="+mn-lt"/>
              </a:rPr>
              <a:t>Déclarer son souhait de se faire vacciner</a:t>
            </a:r>
          </a:p>
          <a:p>
            <a:pPr>
              <a:buClr>
                <a:srgbClr val="FF0000"/>
              </a:buClr>
            </a:pPr>
            <a:r>
              <a:rPr lang="fr-FR" sz="2000" dirty="0">
                <a:solidFill>
                  <a:schemeClr val="bg1"/>
                </a:solidFill>
                <a:latin typeface="+mn-lt"/>
              </a:rPr>
              <a:t>Indiquer les centres de vaccinations les plus proches à partir du code postal </a:t>
            </a:r>
          </a:p>
          <a:p>
            <a:pPr>
              <a:buClr>
                <a:srgbClr val="FF0000"/>
              </a:buClr>
            </a:pPr>
            <a:endParaRPr lang="fr-FR" sz="2000" dirty="0">
              <a:solidFill>
                <a:schemeClr val="bg1"/>
              </a:solidFill>
              <a:latin typeface="+mn-lt"/>
            </a:endParaRPr>
          </a:p>
          <a:p>
            <a:pPr marL="0" indent="0">
              <a:buClr>
                <a:srgbClr val="FF0000"/>
              </a:buClr>
              <a:buNone/>
            </a:pPr>
            <a:r>
              <a:rPr lang="fr-FR" sz="2000" dirty="0">
                <a:solidFill>
                  <a:schemeClr val="bg1"/>
                </a:solidFill>
                <a:latin typeface="+mn-lt"/>
              </a:rPr>
              <a:t>La dernière fonctionnalité (puce rouge) sera mise de côté pour l’instant car l’indisponibilité de l’API ne permet pas une mise en place dans les délais souhaités</a:t>
            </a:r>
          </a:p>
        </p:txBody>
      </p:sp>
      <p:sp>
        <p:nvSpPr>
          <p:cNvPr id="6" name="Bouton d’action : accueil 5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D54DEEB9-5BCD-446C-AF82-437C9E82906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719249" y="6372808"/>
            <a:ext cx="354563" cy="354563"/>
          </a:xfrm>
          <a:prstGeom prst="actionButtonHome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426588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B0FA309-807F-4C17-98EF-A3BA7388E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642A87B-CAE9-4F8F-B293-28388E45D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8FA1749-B91A-40E7-AD01-0B9C9C6AF7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4527" y="0"/>
            <a:ext cx="7552944" cy="6858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B7A934F-FFF7-4353-83D3-4EF66E93EE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006045"/>
            <a:ext cx="4965192" cy="144668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700676C8-6DE8-47DD-9A23-D42063A12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838764"/>
            <a:ext cx="4964567" cy="3180473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E2D6DDD-4F1E-4E4E-84DA-AF1E84761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2063262"/>
            <a:ext cx="3739279" cy="2661052"/>
          </a:xfrm>
        </p:spPr>
        <p:txBody>
          <a:bodyPr>
            <a:normAutofit/>
          </a:bodyPr>
          <a:lstStyle/>
          <a:p>
            <a:pPr algn="r"/>
            <a:r>
              <a:rPr lang="fr-FR" sz="4400" b="1">
                <a:solidFill>
                  <a:srgbClr val="FFFFFF"/>
                </a:solidFill>
              </a:rPr>
              <a:t>Projection vers la livraison finale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12968F2-6E9B-45DC-8998-7337D3888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7995" y="661106"/>
            <a:ext cx="6257362" cy="5503101"/>
          </a:xfrm>
        </p:spPr>
        <p:txBody>
          <a:bodyPr anchor="ctr">
            <a:normAutofit/>
          </a:bodyPr>
          <a:lstStyle/>
          <a:p>
            <a:r>
              <a:rPr lang="fr-FR" sz="2000" dirty="0">
                <a:solidFill>
                  <a:schemeClr val="bg1"/>
                </a:solidFill>
              </a:rPr>
              <a:t> J+3 : Maquette de démonstration et prototype</a:t>
            </a:r>
          </a:p>
          <a:p>
            <a:pPr marL="0" indent="0">
              <a:buNone/>
            </a:pPr>
            <a:endParaRPr lang="fr-FR" sz="2000" dirty="0">
              <a:solidFill>
                <a:schemeClr val="bg1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1800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Maquette version ordinateur </a:t>
            </a:r>
            <a:endParaRPr lang="fr-FR" sz="1800" dirty="0">
              <a:solidFill>
                <a:srgbClr val="FFFFFF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1800" dirty="0">
                <a:solidFill>
                  <a:schemeClr val="bg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Maquette version mobile</a:t>
            </a:r>
            <a:endParaRPr lang="fr-FR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fr-FR" sz="2000" dirty="0">
              <a:solidFill>
                <a:schemeClr val="bg1"/>
              </a:solidFill>
            </a:endParaRPr>
          </a:p>
          <a:p>
            <a:r>
              <a:rPr lang="fr-FR" sz="2000" dirty="0">
                <a:solidFill>
                  <a:schemeClr val="bg1"/>
                </a:solidFill>
              </a:rPr>
              <a:t>J+10 : Lancement du site complet réalisé avec Wordpress</a:t>
            </a:r>
          </a:p>
        </p:txBody>
      </p:sp>
      <p:sp>
        <p:nvSpPr>
          <p:cNvPr id="4" name="Bouton d’action : accueil 3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3090AA1E-20A8-4575-BA01-A949C84D10CD}"/>
              </a:ext>
            </a:extLst>
          </p:cNvPr>
          <p:cNvSpPr/>
          <p:nvPr/>
        </p:nvSpPr>
        <p:spPr>
          <a:xfrm>
            <a:off x="11719249" y="6372808"/>
            <a:ext cx="354563" cy="354563"/>
          </a:xfrm>
          <a:prstGeom prst="actionButtonHome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6753023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1F8094"/>
      </a:dk2>
      <a:lt2>
        <a:srgbClr val="E7E6E6"/>
      </a:lt2>
      <a:accent1>
        <a:srgbClr val="39CDE7"/>
      </a:accent1>
      <a:accent2>
        <a:srgbClr val="60DE72"/>
      </a:accent2>
      <a:accent3>
        <a:srgbClr val="DDCC64"/>
      </a:accent3>
      <a:accent4>
        <a:srgbClr val="F49D50"/>
      </a:accent4>
      <a:accent5>
        <a:srgbClr val="E44951"/>
      </a:accent5>
      <a:accent6>
        <a:srgbClr val="D666F9"/>
      </a:accent6>
      <a:hlink>
        <a:srgbClr val="4BF7ED"/>
      </a:hlink>
      <a:folHlink>
        <a:srgbClr val="95E9F4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7DC10E3-4FF5-456B-A359-A0F378C1E5F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656</TotalTime>
  <Words>145</Words>
  <Application>Microsoft Office PowerPoint</Application>
  <PresentationFormat>Grand écran</PresentationFormat>
  <Paragraphs>25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9" baseType="lpstr">
      <vt:lpstr>Arial</vt:lpstr>
      <vt:lpstr>Trebuchet MS</vt:lpstr>
      <vt:lpstr>Wingdings</vt:lpstr>
      <vt:lpstr>Berlin</vt:lpstr>
      <vt:lpstr>Présentation du prototype : Tous Vaccinés</vt:lpstr>
      <vt:lpstr>Sommaire</vt:lpstr>
      <vt:lpstr>Parties prenantes</vt:lpstr>
      <vt:lpstr>Fonctionnalités</vt:lpstr>
      <vt:lpstr>Projection vers la livraison finale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Prototype Tous Vaccinés</dc:title>
  <dc:creator>Elsa DUGUEY</dc:creator>
  <cp:lastModifiedBy>Elsa DUGUEY</cp:lastModifiedBy>
  <cp:revision>12</cp:revision>
  <dcterms:created xsi:type="dcterms:W3CDTF">2022-04-18T13:49:28Z</dcterms:created>
  <dcterms:modified xsi:type="dcterms:W3CDTF">2022-04-30T13:19:28Z</dcterms:modified>
</cp:coreProperties>
</file>